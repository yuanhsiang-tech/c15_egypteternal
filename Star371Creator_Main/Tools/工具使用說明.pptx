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58" r:id="rId7"/>
    <p:sldId id="263" r:id="rId8"/>
    <p:sldId id="259" r:id="rId9"/>
    <p:sldId id="260" r:id="rId10"/>
    <p:sldId id="261" r:id="rId11"/>
    <p:sldId id="262" r:id="rId12"/>
    <p:sldId id="265" r:id="rId13"/>
    <p:sldId id="267" r:id="rId14"/>
    <p:sldId id="268" r:id="rId15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9" autoAdjust="0"/>
    <p:restoredTop sz="94660"/>
  </p:normalViewPr>
  <p:slideViewPr>
    <p:cSldViewPr snapToGrid="0">
      <p:cViewPr varScale="1">
        <p:scale>
          <a:sx n="94" d="100"/>
          <a:sy n="94" d="100"/>
        </p:scale>
        <p:origin x="90" y="4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36F738B-F7D6-984E-C781-632D954699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139178B1-D412-30E5-A4DC-69615133D5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25DB915-595A-AE6C-CD1F-623CAAE926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3579A1-F841-46C4-83E2-8711E3AF7C02}" type="datetimeFigureOut">
              <a:rPr lang="zh-TW" altLang="en-US" smtClean="0"/>
              <a:t>2025/9/11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ADC53B3-A6FC-455A-945A-C8A7702FF6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53E6B7C-89A3-56DC-544A-B73D6B9267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3852B6-5267-4C50-A47C-A988F9EE45D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7374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A5A9684-7E7B-740A-A33D-58938F3231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0D4146A-277B-D8A2-53B1-B1AD202E92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92BF74D-349C-45E2-BCF3-FFDC63D3BA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3579A1-F841-46C4-83E2-8711E3AF7C02}" type="datetimeFigureOut">
              <a:rPr lang="zh-TW" altLang="en-US" smtClean="0"/>
              <a:t>2025/9/11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467E0A7-F846-D3EC-4E5E-E7DD3E0BB9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C5D5929-C405-1C14-7060-4CA7BAAAC1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3852B6-5267-4C50-A47C-A988F9EE45D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355077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4F1F57A-BE4F-35A3-3514-96091AB37E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7056B4D0-87E7-9F9A-FEB9-91BC5C1A4D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3C61BBE-0884-855E-7D3A-A8C1AD3AD8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3579A1-F841-46C4-83E2-8711E3AF7C02}" type="datetimeFigureOut">
              <a:rPr lang="zh-TW" altLang="en-US" smtClean="0"/>
              <a:t>2025/9/11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954039E-ADA7-6C10-D456-47C037D3FD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F3EDE8C-2F31-0FB2-C912-52E9D3C2E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3852B6-5267-4C50-A47C-A988F9EE45D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814907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AD3D160-D298-F2D7-894D-A4A38B9A36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42958BE-BEED-F3A2-1FA7-F41E0D8AFB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AA9B7747-DFB3-BEE5-562A-9CC952E827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54418691-B0D5-F12E-AC8A-EE36F0BC44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3579A1-F841-46C4-83E2-8711E3AF7C02}" type="datetimeFigureOut">
              <a:rPr lang="zh-TW" altLang="en-US" smtClean="0"/>
              <a:t>2025/9/11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322DF27E-F39E-DDD3-7710-3BA8319DD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4A57C65E-3B5E-4FA9-F19A-F82C6A5900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3852B6-5267-4C50-A47C-A988F9EE45D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289679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0A14E4C-111F-CAD1-B472-ABD2ADF8F8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63B27C1B-7142-1688-2DB6-C7898DA700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2B63C913-4EA6-AB79-E879-31DF7FFCC6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41D90333-7320-3923-CC2F-1B4818DDC53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D6611EB8-2FC5-8421-92C2-AFE476E0389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9B96C6D3-49AB-8260-A7DA-8BFEEA3025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3579A1-F841-46C4-83E2-8711E3AF7C02}" type="datetimeFigureOut">
              <a:rPr lang="zh-TW" altLang="en-US" smtClean="0"/>
              <a:t>2025/9/11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E4ED08A7-DE0F-7C8D-6548-A6476B0A6C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0CC21E94-FA2A-9CE8-195E-48F90EBBCB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3852B6-5267-4C50-A47C-A988F9EE45D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145540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EFC71D5-B1BD-D349-F719-9E1F6D2705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4CBDFA10-27A0-1FD3-5074-EF22E2AA78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3579A1-F841-46C4-83E2-8711E3AF7C02}" type="datetimeFigureOut">
              <a:rPr lang="zh-TW" altLang="en-US" smtClean="0"/>
              <a:t>2025/9/11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B4C27BA7-5BD4-738B-CED8-2A472E7FB1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37A7EEF7-935F-E7E6-F3EA-9C0C704838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3852B6-5267-4C50-A47C-A988F9EE45D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077404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E34125BE-95AF-246A-81C7-4DC6BD65BD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3579A1-F841-46C4-83E2-8711E3AF7C02}" type="datetimeFigureOut">
              <a:rPr lang="zh-TW" altLang="en-US" smtClean="0"/>
              <a:t>2025/9/11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7258887F-3D72-342E-345C-12320EFCEF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151A873-C120-94CA-3DB1-874B987762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3852B6-5267-4C50-A47C-A988F9EE45D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684145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A909373-E5BA-6B47-66DA-BD8D8F6F25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4434E8B-9BD7-D0D7-8C69-15AD8627B8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96EC478A-4E53-1BF9-091F-D9FD3890D7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EF61BDC6-2C47-6AE3-4D11-1805242953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3579A1-F841-46C4-83E2-8711E3AF7C02}" type="datetimeFigureOut">
              <a:rPr lang="zh-TW" altLang="en-US" smtClean="0"/>
              <a:t>2025/9/11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EAE303A2-678C-0F0C-ED5F-736FA5AA86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9E30EFF9-539B-EF59-3112-B9BA75BB35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3852B6-5267-4C50-A47C-A988F9EE45D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74995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12ADCB0-D32A-D457-40B6-67F13C56DA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3B84F299-D4FB-3176-B004-459CE7E5248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6C8A4A41-E1E6-1901-2AC3-A3432F5A74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F3252500-4E03-CCC5-319D-472ADB7C48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3579A1-F841-46C4-83E2-8711E3AF7C02}" type="datetimeFigureOut">
              <a:rPr lang="zh-TW" altLang="en-US" smtClean="0"/>
              <a:t>2025/9/11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0594B520-F542-990C-A8C2-03B485D52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87806D54-86F4-4125-62F1-639E6E5E8F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3852B6-5267-4C50-A47C-A988F9EE45D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805524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7C2C3D0-6391-91B4-1608-14EDAAA9DF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84227EAE-778C-A903-24E2-E0F9FA9251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6C1F70C-3EB9-1A15-EF01-3A4572BEC1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3579A1-F841-46C4-83E2-8711E3AF7C02}" type="datetimeFigureOut">
              <a:rPr lang="zh-TW" altLang="en-US" smtClean="0"/>
              <a:t>2025/9/11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3617539-1EA2-E074-CBD6-01A3F6D923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5163C6E-30AF-ED79-3D35-667B687451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3852B6-5267-4C50-A47C-A988F9EE45D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370343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76B65CB1-2F5B-8046-10E8-ACA0701C3DE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A7DFA8CB-789F-E402-485E-99A9F6E063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D66CDDB-583A-B968-9F35-6509F4CB9F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3579A1-F841-46C4-83E2-8711E3AF7C02}" type="datetimeFigureOut">
              <a:rPr lang="zh-TW" altLang="en-US" smtClean="0"/>
              <a:t>2025/9/11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BCFE24D-567C-2EA7-D577-B366CB65FE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7DCBA83-370C-6325-1FDB-FA2526BD0C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3852B6-5267-4C50-A47C-A988F9EE45D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614082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8FF72C57-22D4-30C8-EDE9-5A20FD4C0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32430C16-FFF9-9F98-2E3A-E97A73932C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3A24C5C-CC8A-AD0B-303C-E16C8FD009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63579A1-F841-46C4-83E2-8711E3AF7C02}" type="datetimeFigureOut">
              <a:rPr lang="zh-TW" altLang="en-US" smtClean="0"/>
              <a:t>2025/9/11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C830172-6E78-357A-22DE-3807E37337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B3A464D-7A3E-8AE1-7247-D899577BFB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33852B6-5267-4C50-A47C-A988F9EE45D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653962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6AB9085-AA14-CDD5-B61C-FF61D270D0A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工具使用說明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BECFF334-0361-AA93-32AD-CFA455E47DA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TW" dirty="0"/>
              <a:t>CSD</a:t>
            </a:r>
            <a:r>
              <a:rPr lang="zh-TW" altLang="en-US" dirty="0"/>
              <a:t> </a:t>
            </a:r>
            <a:r>
              <a:rPr lang="en-US" altLang="zh-TW" dirty="0"/>
              <a:t>- PREFAB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9204764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FA4040E-839B-5006-ADD7-BC53C5B4C1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目前限制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47555B3-5D22-D637-8F30-AD5305BDB7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488089"/>
          </a:xfrm>
        </p:spPr>
        <p:txBody>
          <a:bodyPr/>
          <a:lstStyle/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很多時候坐標系會有偏移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很多時候無法正確定位動畫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嵌套動畫無法播放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事件幀並沒有實作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en-US" altLang="zh-TW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ImageView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/Panel 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如果開啟 交互性 目前是直接新增 </a:t>
            </a:r>
            <a:r>
              <a:rPr lang="en-US" altLang="zh-TW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BlockInputEvent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特定貼圖有時會有輸出錯誤問題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並不保證畫面完全相同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兩邊的 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blend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方式有出入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8449580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E869755-86CC-456E-C08F-305D7617F5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使用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6617030-6EB2-B477-6A36-C820BA493E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將 從 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Lua 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層開始 整個複製至 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input 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資料夾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566E54D3-857B-81D5-AA6F-C8F5665C20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6737" y="2430917"/>
            <a:ext cx="3991532" cy="255305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B757C0AE-EBA4-A7D4-58AE-1DC67A278C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0426" y="2716706"/>
            <a:ext cx="4601217" cy="198147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8" name="箭號: 向右 7">
            <a:extLst>
              <a:ext uri="{FF2B5EF4-FFF2-40B4-BE49-F238E27FC236}">
                <a16:creationId xmlns:a16="http://schemas.microsoft.com/office/drawing/2014/main" id="{D74531A7-2D27-35FF-8567-1E257B1AFAF3}"/>
              </a:ext>
            </a:extLst>
          </p:cNvPr>
          <p:cNvSpPr/>
          <p:nvPr/>
        </p:nvSpPr>
        <p:spPr>
          <a:xfrm>
            <a:off x="5282985" y="3535680"/>
            <a:ext cx="499507" cy="43542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368653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30E8E0-DD7F-CD3C-AC31-7834CDBEC7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1998165-F85E-71A1-1D40-A19EA8B4D7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使用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61F3957-C728-EC6E-6AEA-6A4AC9FA1D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砍掉平台共用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若不存在 必須先進行一次該資料夾的搬運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" name="箭號: 向右 7">
            <a:extLst>
              <a:ext uri="{FF2B5EF4-FFF2-40B4-BE49-F238E27FC236}">
                <a16:creationId xmlns:a16="http://schemas.microsoft.com/office/drawing/2014/main" id="{3F8FD057-BE90-21FD-F5DD-86188DA5EEDA}"/>
              </a:ext>
            </a:extLst>
          </p:cNvPr>
          <p:cNvSpPr/>
          <p:nvPr/>
        </p:nvSpPr>
        <p:spPr>
          <a:xfrm>
            <a:off x="6122126" y="3535678"/>
            <a:ext cx="499507" cy="43542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29F8CA97-6126-EA88-EB3B-B211775A3B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468" y="2433997"/>
            <a:ext cx="4982270" cy="2638793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EAE32075-D5A2-FDBB-1EE7-3715C210AD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5854" y="2360770"/>
            <a:ext cx="4829849" cy="2924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64200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75EF46-728C-AD51-01A3-7CE16ED7EC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E4362F7-91D2-51C5-8561-B9800B8A79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使用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6C7284F-751D-8664-0EF5-165DCA480B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點擊 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run_doit.bat</a:t>
            </a: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0" name="箭號: 向右 9">
            <a:extLst>
              <a:ext uri="{FF2B5EF4-FFF2-40B4-BE49-F238E27FC236}">
                <a16:creationId xmlns:a16="http://schemas.microsoft.com/office/drawing/2014/main" id="{CB5D02B6-AFEA-43CD-2154-37CED7C18E89}"/>
              </a:ext>
            </a:extLst>
          </p:cNvPr>
          <p:cNvSpPr/>
          <p:nvPr/>
        </p:nvSpPr>
        <p:spPr>
          <a:xfrm>
            <a:off x="5282985" y="3535680"/>
            <a:ext cx="499507" cy="43542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13" name="圖片 12">
            <a:extLst>
              <a:ext uri="{FF2B5EF4-FFF2-40B4-BE49-F238E27FC236}">
                <a16:creationId xmlns:a16="http://schemas.microsoft.com/office/drawing/2014/main" id="{6566348D-03F4-2057-D596-ECB17A9BAD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067" y="3090337"/>
            <a:ext cx="3581900" cy="258163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4" name="圖片 13">
            <a:extLst>
              <a:ext uri="{FF2B5EF4-FFF2-40B4-BE49-F238E27FC236}">
                <a16:creationId xmlns:a16="http://schemas.microsoft.com/office/drawing/2014/main" id="{22D3A2B0-36D6-D4F0-6702-A68CC2D300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9510" y="2849982"/>
            <a:ext cx="3467584" cy="279121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3406611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773DCC-EB44-A8B1-A4D4-9E5411BE4A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26BADA3-63DC-62A4-5481-D15E42C1FA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使用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DF7C55B-F3BB-F84D-B6A7-599A707B6D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打開 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output</a:t>
            </a:r>
          </a:p>
          <a:p>
            <a:r>
              <a:rPr lang="en-US" altLang="zh-TW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NotFoundList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代表沒找到的圖片資源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E20E346E-0162-D5C3-59D6-51C6450EF3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2828" y="2938554"/>
            <a:ext cx="4934639" cy="2600688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E95DE319-DE27-FA02-9D60-DD5EB81729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4969" y="2862898"/>
            <a:ext cx="4855179" cy="3592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67444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853F18-5B6B-FAB7-AA9C-F55DC90692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BD986C6-F34B-77A8-80B4-91617E4E75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使用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81E0A8E-0BB7-DFE6-7836-54EA15F9CE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替換 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Common 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資料夾成自定義的資料夾名稱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F8F666B5-0309-05F5-892D-7E73219034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1605" y="2860176"/>
            <a:ext cx="4934639" cy="260068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4" name="箭號: 向右 3">
            <a:extLst>
              <a:ext uri="{FF2B5EF4-FFF2-40B4-BE49-F238E27FC236}">
                <a16:creationId xmlns:a16="http://schemas.microsoft.com/office/drawing/2014/main" id="{C63B0F7D-B0AF-4A29-20D8-9F6854884ECF}"/>
              </a:ext>
            </a:extLst>
          </p:cNvPr>
          <p:cNvSpPr/>
          <p:nvPr/>
        </p:nvSpPr>
        <p:spPr>
          <a:xfrm>
            <a:off x="6345758" y="3429000"/>
            <a:ext cx="499507" cy="43542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42EBEFA3-EACD-2876-66E8-50678F64B3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16656" y="2582606"/>
            <a:ext cx="4486901" cy="237205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3650128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7242ED-635B-06F1-FDE2-910B089FA7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89A7830-4300-14EA-39F2-4DC17A4515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使用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1B7A61E-F72E-37A0-8786-D41AB2FEC7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放入引擎</a:t>
            </a: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2A32D71F-00A8-8385-F847-65597FDC66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399" y="2815266"/>
            <a:ext cx="4486901" cy="237205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6" name="箭號: 向右 5">
            <a:extLst>
              <a:ext uri="{FF2B5EF4-FFF2-40B4-BE49-F238E27FC236}">
                <a16:creationId xmlns:a16="http://schemas.microsoft.com/office/drawing/2014/main" id="{74FC1B9D-C408-83AA-F2C7-264385798A42}"/>
              </a:ext>
            </a:extLst>
          </p:cNvPr>
          <p:cNvSpPr/>
          <p:nvPr/>
        </p:nvSpPr>
        <p:spPr>
          <a:xfrm>
            <a:off x="5503817" y="4001294"/>
            <a:ext cx="896983" cy="69262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9B26CA62-BC8D-6582-CBF6-F4EF674D6D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7370" y="1888145"/>
            <a:ext cx="4610743" cy="363905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1566272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CA1E6A-BC50-F3EE-5440-A032FDB3B4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F8B5D2F-AD94-7110-0B46-5C35E6FEAB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使用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DCA8B25-A42A-166E-0725-E035B14E48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檢查問題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DAA2C3F0-C30F-0125-4007-5899003279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5680" y="2824479"/>
            <a:ext cx="8664393" cy="35816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91711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0DB092-8739-277E-F666-52F3008802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7E62A56-5BA6-2330-4FA8-7D288FCE53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已知常見問題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0602D24-A780-D50C-4E6B-3E0686E364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缺圖 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/ Empty.png </a:t>
            </a:r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圖片缺失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解決方法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lvl="1"/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單獨拉</a:t>
            </a: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CCAC3A0C-6535-46D0-DDFD-3AC1F80DE9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5429" y="421640"/>
            <a:ext cx="3505642" cy="6014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24234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7434B9-244E-7D8E-CF0D-89C14CC2C7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AF87D8A-5667-7909-6BC8-24BE15B89F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已知常見問題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257A65B-A4B1-F4C3-69A1-CD62308793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貼圖變形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九宮格導致</a:t>
            </a:r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endParaRPr lang="en-US" altLang="zh-TW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r>
              <a:rPr lang="zh-TW" altLang="en-US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選項</a:t>
            </a:r>
            <a:r>
              <a:rPr lang="en-US" altLang="zh-TW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CUSTOM=&gt;TRIMMED</a:t>
            </a:r>
            <a:endParaRPr lang="zh-TW" altLang="en-US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3D2EB66E-AC6E-1E19-28B5-6A70BAF07D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4976" y="346075"/>
            <a:ext cx="3514458" cy="614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73117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5D8AB581967524EB95DA9FB6B6A8CB5" ma:contentTypeVersion="11" ma:contentTypeDescription="Create a new document." ma:contentTypeScope="" ma:versionID="771547b740c5711755f719be16228a7a">
  <xsd:schema xmlns:xsd="http://www.w3.org/2001/XMLSchema" xmlns:xs="http://www.w3.org/2001/XMLSchema" xmlns:p="http://schemas.microsoft.com/office/2006/metadata/properties" xmlns:ns3="0fd888a4-624f-42b7-adc7-63f6f82bb433" targetNamespace="http://schemas.microsoft.com/office/2006/metadata/properties" ma:root="true" ma:fieldsID="c4489132f9a71c4bb60ac09e2fe13eb6" ns3:_="">
    <xsd:import namespace="0fd888a4-624f-42b7-adc7-63f6f82bb433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LengthInSecond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fd888a4-624f-42b7-adc7-63f6f82bb433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13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_activity" ma:index="18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0fd888a4-624f-42b7-adc7-63f6f82bb433" xsi:nil="true"/>
  </documentManagement>
</p:properties>
</file>

<file path=customXml/itemProps1.xml><?xml version="1.0" encoding="utf-8"?>
<ds:datastoreItem xmlns:ds="http://schemas.openxmlformats.org/officeDocument/2006/customXml" ds:itemID="{D44A95B4-A974-4214-B8F0-469D71C8B38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fd888a4-624f-42b7-adc7-63f6f82bb43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9156E8B3-1BE5-4615-B581-DE1E9C5019A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58062B4-CC2A-4F5B-84C3-988D5D261856}">
  <ds:schemaRefs>
    <ds:schemaRef ds:uri="http://schemas.openxmlformats.org/package/2006/metadata/core-properties"/>
    <ds:schemaRef ds:uri="http://schemas.microsoft.com/office/2006/documentManagement/types"/>
    <ds:schemaRef ds:uri="0fd888a4-624f-42b7-adc7-63f6f82bb433"/>
    <ds:schemaRef ds:uri="http://purl.org/dc/elements/1.1/"/>
    <ds:schemaRef ds:uri="http://purl.org/dc/dcmitype/"/>
    <ds:schemaRef ds:uri="http://schemas.microsoft.com/office/infopath/2007/PartnerControls"/>
    <ds:schemaRef ds:uri="http://schemas.microsoft.com/office/2006/metadata/properties"/>
    <ds:schemaRef ds:uri="http://www.w3.org/XML/1998/namespace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154</Words>
  <Application>Microsoft Office PowerPoint</Application>
  <PresentationFormat>寬螢幕</PresentationFormat>
  <Paragraphs>36</Paragraphs>
  <Slides>11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11</vt:i4>
      </vt:variant>
    </vt:vector>
  </HeadingPairs>
  <TitlesOfParts>
    <vt:vector size="16" baseType="lpstr">
      <vt:lpstr>微軟正黑體</vt:lpstr>
      <vt:lpstr>Aptos</vt:lpstr>
      <vt:lpstr>Aptos Display</vt:lpstr>
      <vt:lpstr>Arial</vt:lpstr>
      <vt:lpstr>Office 佈景主題</vt:lpstr>
      <vt:lpstr>工具使用說明</vt:lpstr>
      <vt:lpstr>目前限制</vt:lpstr>
      <vt:lpstr>使用</vt:lpstr>
      <vt:lpstr>使用</vt:lpstr>
      <vt:lpstr>使用</vt:lpstr>
      <vt:lpstr>使用</vt:lpstr>
      <vt:lpstr>使用</vt:lpstr>
      <vt:lpstr>使用</vt:lpstr>
      <vt:lpstr>使用</vt:lpstr>
      <vt:lpstr>已知常見問題</vt:lpstr>
      <vt:lpstr>已知常見問題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OLD_RD5劉書瑋</dc:creator>
  <cp:lastModifiedBy>OLD_RD5劉書瑋</cp:lastModifiedBy>
  <cp:revision>1</cp:revision>
  <dcterms:created xsi:type="dcterms:W3CDTF">2025-09-11T06:51:30Z</dcterms:created>
  <dcterms:modified xsi:type="dcterms:W3CDTF">2025-09-11T07:22:40Z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0x01010015D8AB581967524EB95DA9FB6B6A8CB5</vt:lpwstr>
  </property>
</Properties>
</file>