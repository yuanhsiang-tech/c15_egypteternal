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9" r:id="rId4"/>
    <p:sldId id="261" r:id="rId5"/>
    <p:sldId id="263" r:id="rId6"/>
    <p:sldId id="267" r:id="rId7"/>
    <p:sldId id="264" r:id="rId8"/>
    <p:sldId id="265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E90A0B-2E70-B0EB-6DB2-888DD0345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2526C5-ADB3-DA5B-460C-52BD8A9AD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7E30F-26A4-CFC2-20E5-3633F9AE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8D78FF-C933-62EE-B7DC-C92AA840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253A52-A47C-BBC4-6C7A-FDCD6F7A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21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841F16-E05B-820D-E2C9-F78CFC045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90C2E-B19E-C96D-7D18-A61369075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CCEFC-E6AF-0E60-C6D4-5DEA8EB7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4EF9F4-D702-F152-A52E-D760517A8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D23E4A-5873-8256-6900-4DC67ABC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17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278529-F98B-3C47-5B4C-DA4F07F2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29F8138-7861-8EB0-4B18-E313ED485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6B9AE1-A22F-0754-B2A3-78B99135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3BBCAB-870B-5294-C4C0-18C7610B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404685-6BD1-63A4-8991-FE314774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19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E22C5-9B19-7D6A-D852-4FE51F8E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9D1C1D-973E-E4CE-3197-C00A07335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AFFDF-EDF2-5D40-5460-C892F0AE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D4017B-9339-A5A0-FD9D-2FC3DD6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7788B5-BEA1-C934-D0E8-24F23563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F57A82-2428-4910-207B-D947FB57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25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841349-5D48-05E7-C5CD-8D8FFD96E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BADCCD-C6E4-3B03-0559-8F5CB5FDA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C38A54-1698-3C9A-E64D-8E920C9B0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ECEB778-0D72-7E41-1361-88CFBEC373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A015E4-4DAE-AA9D-ECA1-1ABA82BE1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9B47C7C-9BC7-5AA2-9924-804B2EFD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4F0C72C-142C-638F-FC4A-9EF29D91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059B7E-F3A2-3A80-C969-8240EFE0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65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5F56AD-0E29-085C-29A1-87D7A938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E9700E-AA4B-5A51-41E0-A4B4FF05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5BC6347-825E-E8A4-B8D1-0213AE4C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7E026A0-6CE7-3C72-CF9F-D32A1F6A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75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DD3758-07DD-6005-0A2D-17825B0C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2275759-C026-EFA0-988E-4FAA2B3D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57885E-0695-D09C-B978-7F6C19D8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80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BDD26A-4CA7-E598-7739-79C5B56E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2D0547-327D-B423-66EC-40C947A1E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EC39D4-D62A-2218-90ED-A2C7885E2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76D605-0D72-7768-CADF-AFA956A87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627864-94A5-AC15-87B7-21C745ED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EBD43D-F6B0-D972-E0FA-617C6F7E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410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3ADB9-B0DD-6263-DEE2-EEB67DB83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E1FA8E9-60C9-2CD1-EC04-BB194A44A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43900AE-EB87-7CE5-3122-63E34798F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B4F091-B67C-90A6-4694-16941EC7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1FD4E9-464B-6B3C-7DBC-84BB79FA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E1B31B-9D7C-B4E5-2353-7433BBCE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14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8C16D-F36A-5113-28D0-EF43B8AF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D104256-61C9-A73C-22C4-2D3E283D9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11BFDD-7CA7-D5EA-5F27-49153CD5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21DD64-24CD-86C1-ADE7-5956C856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741434-E944-BA37-2B0C-1D98DB6C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94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136FC08-856C-72B9-BF2C-73CA96037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64FB06-6ADA-4251-E671-24C9CBF3A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EA461B-BAC4-AA17-AE70-B7AB160A1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8C3432-87DC-1EEE-98AE-A28F7813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C4AAE1-C064-F091-AD5C-9162DBBE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35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730D307-E9FD-B8E4-E97F-F18EA3EF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29C44E-FC3C-D250-CECC-71F28A346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BE9FA5-C211-F5B3-1451-4F4B36FC6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B26DA-6C82-4492-A3B1-E281E692C848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2FE4F1-66C0-26F3-7168-40F8F1684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1272B4-F63E-AF75-FFC0-9FC7484FA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70DC1-FA66-441F-8893-E2F4307E6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18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localhost:5678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ocalhost:567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nationalgamessystem.sharepoint.com/:x:/r/teams/Star371/Shared%20Documents/21_Client/Star371_Client.xlsx?d=w90294b2a8ea241e7986baab68ee02237&amp;csf=1&amp;web=1&amp;e=hDIqbM&amp;nav=MTVfezU2Rjg5NkMxLTRENUEtNEE3MC1BMEY3LUM2N0REMUQ3QkZCM3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50E4E-2CB7-BD15-2FCB-91997A1C9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lua</a:t>
            </a:r>
            <a:r>
              <a:rPr lang="zh-TW" altLang="en-US" dirty="0"/>
              <a:t>轉</a:t>
            </a:r>
            <a:r>
              <a:rPr lang="en-US" altLang="zh-TW" dirty="0" err="1"/>
              <a:t>ts</a:t>
            </a:r>
            <a:r>
              <a:rPr lang="zh-TW" altLang="en-US" dirty="0"/>
              <a:t>工具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53B7C3-E788-2E32-5293-DA6F1E1733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n8n</a:t>
            </a:r>
            <a:r>
              <a:rPr lang="zh-TW" altLang="en-US" dirty="0"/>
              <a:t>版本</a:t>
            </a:r>
            <a:r>
              <a:rPr lang="en-US" altLang="zh-TW" dirty="0"/>
              <a:t>(V3)</a:t>
            </a:r>
            <a:br>
              <a:rPr lang="en-US" altLang="zh-TW" dirty="0"/>
            </a:br>
            <a:r>
              <a:rPr lang="en-US" altLang="zh-TW" dirty="0"/>
              <a:t>2025/10/20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734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CB03-1953-3A0C-296A-1293C394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A60D8-BFFB-63DD-A3CC-AC52C996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前置準備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BC43A2-1A7F-0795-AE18-749658959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安裝 </a:t>
            </a:r>
            <a:r>
              <a:rPr lang="en-US" altLang="zh-TW" dirty="0"/>
              <a:t>n8n</a:t>
            </a:r>
            <a:br>
              <a:rPr lang="en-US" altLang="zh-TW" dirty="0"/>
            </a:br>
            <a:r>
              <a:rPr lang="en-US" altLang="zh-TW" dirty="0" err="1"/>
              <a:t>npm</a:t>
            </a:r>
            <a:r>
              <a:rPr lang="en-US" altLang="zh-TW" dirty="0"/>
              <a:t> install -g n8n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安裝過的可以考慮在更新一次 </a:t>
            </a:r>
            <a:r>
              <a:rPr lang="en-US" altLang="zh-TW" dirty="0" err="1"/>
              <a:t>npm</a:t>
            </a:r>
            <a:r>
              <a:rPr lang="en-US" altLang="zh-TW" dirty="0"/>
              <a:t> update -g n8n)</a:t>
            </a:r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br>
              <a:rPr lang="en-US" altLang="zh-TW" dirty="0"/>
            </a:br>
            <a:r>
              <a:rPr lang="en-US" altLang="zh-TW" dirty="0"/>
              <a:t>node lua2ts.js</a:t>
            </a:r>
          </a:p>
        </p:txBody>
      </p:sp>
    </p:spTree>
    <p:extLst>
      <p:ext uri="{BB962C8B-B14F-4D97-AF65-F5344CB8AC3E}">
        <p14:creationId xmlns:p14="http://schemas.microsoft.com/office/powerpoint/2010/main" val="79476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93F2-6CA3-D13D-A9BC-B1A1C790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4B1B4C-C27B-D882-2A5A-0834FBC4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前置準備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56C68F-DA1D-E665-CC91-A9738CC67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/>
              <a:t>n8n</a:t>
            </a:r>
            <a:br>
              <a:rPr lang="en-US" altLang="zh-TW" dirty="0"/>
            </a:br>
            <a:r>
              <a:rPr lang="zh-TW" altLang="en-US" dirty="0"/>
              <a:t>指令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n8n</a:t>
            </a:r>
            <a:br>
              <a:rPr lang="en-US" altLang="zh-TW" dirty="0"/>
            </a:br>
            <a:r>
              <a:rPr lang="zh-TW" altLang="en-US" dirty="0"/>
              <a:t>開啟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hlinkClick r:id="rId2"/>
              </a:rPr>
              <a:t>http://localhost:5678/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9774B1-819D-0334-5174-01B1F998D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3314"/>
            <a:ext cx="7850909" cy="37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0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CF492-4B05-E1E3-72C8-DD618A75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9CCAC-D7FB-F027-E845-07ACD76A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轉換步驟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DDF786-9CBF-DAA2-AB4B-78D2B8894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把</a:t>
            </a:r>
            <a:r>
              <a:rPr lang="en-US" altLang="zh-TW" dirty="0"/>
              <a:t>input</a:t>
            </a:r>
            <a:r>
              <a:rPr lang="zh-TW" altLang="en-US" dirty="0"/>
              <a:t>跟</a:t>
            </a:r>
            <a:r>
              <a:rPr lang="en-US" altLang="zh-TW" dirty="0"/>
              <a:t>output</a:t>
            </a:r>
            <a:r>
              <a:rPr lang="zh-TW" altLang="en-US" dirty="0"/>
              <a:t>清空</a:t>
            </a:r>
            <a:endParaRPr lang="en-US" altLang="zh-TW" dirty="0"/>
          </a:p>
          <a:p>
            <a:r>
              <a:rPr lang="zh-TW" altLang="en-US" dirty="0"/>
              <a:t>將要轉換檔案全部放入</a:t>
            </a:r>
            <a:r>
              <a:rPr lang="en-US" altLang="zh-TW" dirty="0"/>
              <a:t>input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開啟</a:t>
            </a:r>
            <a:r>
              <a:rPr lang="en-US" altLang="zh-TW" dirty="0"/>
              <a:t>n8n</a:t>
            </a:r>
            <a:br>
              <a:rPr lang="en-US" altLang="zh-TW" dirty="0"/>
            </a:br>
            <a:r>
              <a:rPr lang="zh-TW" altLang="en-US" dirty="0"/>
              <a:t>指令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n8n</a:t>
            </a:r>
            <a:br>
              <a:rPr lang="en-US" altLang="zh-TW" dirty="0"/>
            </a:br>
            <a:r>
              <a:rPr lang="zh-TW" altLang="en-US" dirty="0"/>
              <a:t>開啟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hlinkClick r:id="rId2"/>
              </a:rPr>
              <a:t>http://localhost:5678/</a:t>
            </a:r>
            <a:endParaRPr lang="en-US" altLang="zh-TW" dirty="0"/>
          </a:p>
          <a:p>
            <a:r>
              <a:rPr lang="zh-TW" altLang="en-US" dirty="0"/>
              <a:t>進入</a:t>
            </a:r>
            <a:r>
              <a:rPr lang="en-US" altLang="zh-TW" dirty="0"/>
              <a:t>lua2ts main</a:t>
            </a:r>
            <a:r>
              <a:rPr lang="zh-TW" altLang="en-US" dirty="0"/>
              <a:t>，點擊</a:t>
            </a:r>
            <a:br>
              <a:rPr lang="en-US" altLang="zh-TW" dirty="0"/>
            </a:br>
            <a:r>
              <a:rPr lang="zh-TW" altLang="en-US" dirty="0"/>
              <a:t>開始轉換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DBD279-D843-3CF2-463E-7A5BB1CED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7" t="6558" r="4855" b="5244"/>
          <a:stretch>
            <a:fillRect/>
          </a:stretch>
        </p:blipFill>
        <p:spPr>
          <a:xfrm>
            <a:off x="4745838" y="4151975"/>
            <a:ext cx="1784271" cy="51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5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69F900-5E20-5A7E-3738-C9FB4E43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轉換步驟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E3A5B2-B081-4387-9879-C57F757C6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回到主頁面，查看</a:t>
            </a:r>
            <a:r>
              <a:rPr lang="en-US" altLang="zh-TW" dirty="0"/>
              <a:t>executions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等待所有</a:t>
            </a:r>
            <a:r>
              <a:rPr lang="en-US" altLang="zh-TW" dirty="0"/>
              <a:t>lua2ts sub </a:t>
            </a:r>
            <a:r>
              <a:rPr lang="zh-TW" altLang="en-US" dirty="0"/>
              <a:t>的</a:t>
            </a:r>
            <a:r>
              <a:rPr lang="en-US" altLang="zh-TW" dirty="0"/>
              <a:t>Executions</a:t>
            </a:r>
            <a:r>
              <a:rPr lang="zh-TW" altLang="en-US" dirty="0"/>
              <a:t>都完成</a:t>
            </a:r>
            <a:r>
              <a:rPr lang="en-US" altLang="zh-TW" dirty="0"/>
              <a:t>(</a:t>
            </a:r>
            <a:r>
              <a:rPr lang="zh-TW" altLang="en-US" dirty="0"/>
              <a:t>根據檔案大小需要時間不同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4F5F14-DF27-ADE2-A0A9-EF4777A82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6619"/>
            <a:ext cx="11533333" cy="11523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E9880F8-BD41-F99E-F42D-D2DA70D576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35"/>
          <a:stretch>
            <a:fillRect/>
          </a:stretch>
        </p:blipFill>
        <p:spPr>
          <a:xfrm>
            <a:off x="838200" y="4730970"/>
            <a:ext cx="9024271" cy="1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84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B743-E9E7-7996-82DD-72179631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4B8E64-087A-56F5-0F5C-41676A31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轉換步驟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CBF663-B26B-18DD-7478-3A3CEF11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所有轉換完成的檔案都在</a:t>
            </a:r>
            <a:r>
              <a:rPr lang="en-US" altLang="zh-TW" dirty="0"/>
              <a:t>output</a:t>
            </a:r>
            <a:r>
              <a:rPr lang="zh-TW" altLang="en-US" dirty="0"/>
              <a:t>裡面，如果檔案不在裡面的話代表轉換失敗</a:t>
            </a:r>
            <a:endParaRPr lang="en-US" altLang="zh-TW" dirty="0"/>
          </a:p>
          <a:p>
            <a:r>
              <a:rPr lang="en-US" altLang="zh-TW" dirty="0"/>
              <a:t>AI</a:t>
            </a:r>
            <a:r>
              <a:rPr lang="zh-TW" altLang="en-US" dirty="0"/>
              <a:t>轉換只能保證大致架構正確，需要人工檢查轉換</a:t>
            </a:r>
          </a:p>
        </p:txBody>
      </p:sp>
    </p:spTree>
    <p:extLst>
      <p:ext uri="{BB962C8B-B14F-4D97-AF65-F5344CB8AC3E}">
        <p14:creationId xmlns:p14="http://schemas.microsoft.com/office/powerpoint/2010/main" val="4156386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13595D-7E99-2CEB-99DD-B960D082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常見失敗原因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995A01-B964-7AFA-37AA-1D6393B5C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沒有任何</a:t>
            </a:r>
            <a:r>
              <a:rPr lang="en-US" altLang="zh-TW" dirty="0"/>
              <a:t>lua2ts sub</a:t>
            </a:r>
            <a:r>
              <a:rPr lang="zh-TW" altLang="en-US" dirty="0"/>
              <a:t>在</a:t>
            </a:r>
            <a:r>
              <a:rPr lang="en-US" altLang="zh-TW" dirty="0"/>
              <a:t>executions</a:t>
            </a:r>
            <a:r>
              <a:rPr lang="zh-TW" altLang="en-US" dirty="0"/>
              <a:t>執行</a:t>
            </a:r>
            <a:br>
              <a:rPr lang="en-US" altLang="zh-TW" dirty="0"/>
            </a:br>
            <a:r>
              <a:rPr lang="zh-TW" altLang="en-US" dirty="0"/>
              <a:t>確認</a:t>
            </a:r>
            <a:r>
              <a:rPr lang="en-US" altLang="zh-TW" dirty="0"/>
              <a:t>lua2ts main</a:t>
            </a:r>
            <a:r>
              <a:rPr lang="zh-TW" altLang="en-US" dirty="0"/>
              <a:t>路徑設定節點的參數是否正確</a:t>
            </a:r>
            <a:r>
              <a:rPr lang="en-US" altLang="zh-TW" dirty="0"/>
              <a:t>(\</a:t>
            </a:r>
            <a:r>
              <a:rPr lang="zh-TW" altLang="en-US" dirty="0"/>
              <a:t>請轉為</a:t>
            </a:r>
            <a:r>
              <a:rPr lang="en-US" altLang="zh-TW" dirty="0"/>
              <a:t>/ </a:t>
            </a:r>
            <a:r>
              <a:rPr lang="zh-TW" altLang="en-US" dirty="0"/>
              <a:t>、</a:t>
            </a:r>
            <a:r>
              <a:rPr lang="en-US" altLang="zh-TW" dirty="0"/>
              <a:t>root</a:t>
            </a:r>
            <a:r>
              <a:rPr lang="zh-TW" altLang="en-US" dirty="0"/>
              <a:t>結尾不用加</a:t>
            </a:r>
            <a:r>
              <a:rPr lang="en-US" altLang="zh-TW" dirty="0"/>
              <a:t>/)</a:t>
            </a:r>
          </a:p>
          <a:p>
            <a:r>
              <a:rPr lang="en-US" altLang="zh-TW" dirty="0"/>
              <a:t>Executions</a:t>
            </a:r>
            <a:r>
              <a:rPr lang="zh-TW" altLang="en-US" dirty="0"/>
              <a:t>顯示轉換失敗</a:t>
            </a:r>
            <a:br>
              <a:rPr lang="en-US" altLang="zh-TW" dirty="0"/>
            </a:br>
            <a:r>
              <a:rPr lang="zh-TW" altLang="en-US" dirty="0"/>
              <a:t>確認檔案大小</a:t>
            </a:r>
            <a:br>
              <a:rPr lang="en-US" altLang="zh-TW" dirty="0"/>
            </a:br>
            <a:r>
              <a:rPr lang="en-US" altLang="zh-TW" dirty="0"/>
              <a:t>&gt;3000</a:t>
            </a:r>
            <a:r>
              <a:rPr lang="zh-TW" altLang="en-US" dirty="0"/>
              <a:t>，檔案太大不支持轉換</a:t>
            </a:r>
            <a:br>
              <a:rPr lang="en-US" altLang="zh-TW" dirty="0"/>
            </a:br>
            <a:r>
              <a:rPr lang="en-US" altLang="zh-TW" dirty="0"/>
              <a:t>&lt;3000</a:t>
            </a:r>
            <a:r>
              <a:rPr lang="zh-TW" altLang="en-US" dirty="0"/>
              <a:t>，模型負荷不了</a:t>
            </a:r>
            <a:r>
              <a:rPr lang="en-US" altLang="zh-TW" dirty="0"/>
              <a:t>/</a:t>
            </a:r>
            <a:r>
              <a:rPr lang="en-US" altLang="zh-TW" dirty="0" err="1"/>
              <a:t>api</a:t>
            </a:r>
            <a:r>
              <a:rPr lang="en-US" altLang="zh-TW" dirty="0"/>
              <a:t> key</a:t>
            </a:r>
            <a:r>
              <a:rPr lang="zh-TW" altLang="en-US" dirty="0"/>
              <a:t>沒錢了，可以考慮把成功轉換的檔案移除，留下轉換失敗的檔案在試一次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8432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FE63F-A8B3-EAF0-519E-F2E58536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C7D7-BD2D-51A4-3C76-3D23A02D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常見轉換錯誤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6F66B3-DC24-DEE4-634D-76F0E8B4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</a:t>
            </a:r>
            <a:r>
              <a:rPr lang="zh-TW" altLang="en-US" dirty="0"/>
              <a:t>迴圈或陣列從</a:t>
            </a:r>
            <a:r>
              <a:rPr lang="en-US" altLang="zh-TW" dirty="0"/>
              <a:t>1</a:t>
            </a:r>
            <a:r>
              <a:rPr lang="zh-TW" altLang="en-US" dirty="0"/>
              <a:t>開始計算</a:t>
            </a:r>
            <a:endParaRPr lang="en-US" altLang="zh-TW" dirty="0"/>
          </a:p>
          <a:p>
            <a:r>
              <a:rPr lang="zh-TW" altLang="en-US" dirty="0"/>
              <a:t>陣列沒有</a:t>
            </a:r>
            <a:r>
              <a:rPr lang="en-US" altLang="zh-TW" dirty="0"/>
              <a:t>push</a:t>
            </a:r>
            <a:r>
              <a:rPr lang="zh-TW" altLang="en-US" dirty="0"/>
              <a:t>直接塞資料</a:t>
            </a:r>
            <a:endParaRPr lang="en-US" altLang="zh-TW" dirty="0"/>
          </a:p>
          <a:p>
            <a:r>
              <a:rPr lang="en-US" altLang="zh-TW" dirty="0"/>
              <a:t>GET_UI</a:t>
            </a:r>
            <a:r>
              <a:rPr lang="zh-TW" altLang="en-US" dirty="0"/>
              <a:t>使用</a:t>
            </a:r>
            <a:r>
              <a:rPr lang="en-US" altLang="zh-TW" dirty="0"/>
              <a:t>find</a:t>
            </a:r>
            <a:r>
              <a:rPr lang="zh-TW" altLang="en-US" dirty="0"/>
              <a:t>或</a:t>
            </a:r>
            <a:r>
              <a:rPr lang="en-US" altLang="zh-TW" dirty="0" err="1"/>
              <a:t>getChildByName</a:t>
            </a:r>
            <a:r>
              <a:rPr lang="zh-TW" altLang="en-US" dirty="0"/>
              <a:t>取代</a:t>
            </a:r>
            <a:endParaRPr lang="en-US" altLang="zh-TW" dirty="0"/>
          </a:p>
          <a:p>
            <a:r>
              <a:rPr lang="zh-TW" altLang="en-US" dirty="0">
                <a:hlinkClick r:id="rId2"/>
              </a:rPr>
              <a:t>轉換表</a:t>
            </a:r>
            <a:r>
              <a:rPr lang="zh-TW" altLang="en-US" dirty="0"/>
              <a:t>語法有轉換部分，但還是建議自行檢查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277</Words>
  <Application>Microsoft Office PowerPoint</Application>
  <PresentationFormat>寬螢幕</PresentationFormat>
  <Paragraphs>31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lua轉ts工具</vt:lpstr>
      <vt:lpstr>前置準備</vt:lpstr>
      <vt:lpstr>前置準備</vt:lpstr>
      <vt:lpstr>轉換步驟</vt:lpstr>
      <vt:lpstr>轉換步驟</vt:lpstr>
      <vt:lpstr>轉換步驟</vt:lpstr>
      <vt:lpstr>常見失敗原因</vt:lpstr>
      <vt:lpstr>常見轉換錯誤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OLD_RD5徐子鎬</dc:creator>
  <cp:lastModifiedBy>OLD_RD5徐子鎬</cp:lastModifiedBy>
  <cp:revision>11</cp:revision>
  <dcterms:created xsi:type="dcterms:W3CDTF">2025-10-15T02:41:32Z</dcterms:created>
  <dcterms:modified xsi:type="dcterms:W3CDTF">2025-10-20T04:00:06Z</dcterms:modified>
</cp:coreProperties>
</file>